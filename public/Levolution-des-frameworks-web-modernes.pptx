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Merriweather Bold" panose="00000800000000000000" pitchFamily="2" charset="0"/>
      <p:bold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9D2508-4C94-45B4-9747-8D2E947152AB}" v="13" dt="2026-04-15T11:45:22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D8BC3-F4DC-4526-BEAF-E0B758415CB3}" type="datetimeFigureOut">
              <a:t>15/04/2026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BC5B3-248D-4E61-BA86-A98C30CBBB7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862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68122"/>
            <a:ext cx="119232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L'évolution des frameworks web modernes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170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Veille technologique · Octobre 2025 – Avril 2026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735116"/>
            <a:ext cx="1011674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5" name="Text 3"/>
          <p:cNvSpPr/>
          <p:nvPr/>
        </p:nvSpPr>
        <p:spPr>
          <a:xfrm>
            <a:off x="929878" y="4803100"/>
            <a:ext cx="7394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LARAVEL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18811" y="4735116"/>
            <a:ext cx="813673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7" name="Text 5"/>
          <p:cNvSpPr/>
          <p:nvPr/>
        </p:nvSpPr>
        <p:spPr>
          <a:xfrm>
            <a:off x="2054900" y="4803100"/>
            <a:ext cx="5414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45832" y="4735116"/>
            <a:ext cx="909876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9" name="Text 7"/>
          <p:cNvSpPr/>
          <p:nvPr/>
        </p:nvSpPr>
        <p:spPr>
          <a:xfrm>
            <a:off x="2981920" y="4803100"/>
            <a:ext cx="63769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NEXT.JS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69055" y="4735116"/>
            <a:ext cx="941308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11" name="Text 9"/>
          <p:cNvSpPr/>
          <p:nvPr/>
        </p:nvSpPr>
        <p:spPr>
          <a:xfrm>
            <a:off x="4005143" y="4803100"/>
            <a:ext cx="66913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NUXT.JS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23711" y="4735116"/>
            <a:ext cx="809030" cy="426244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059799" y="4803100"/>
            <a:ext cx="5368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VUE.JS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A6667B-D429-211D-AD62-465CB0BE2EA4}"/>
              </a:ext>
            </a:extLst>
          </p:cNvPr>
          <p:cNvSpPr/>
          <p:nvPr/>
        </p:nvSpPr>
        <p:spPr>
          <a:xfrm>
            <a:off x="12828104" y="7779025"/>
            <a:ext cx="1789043" cy="43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9434"/>
            <a:ext cx="47517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DIAPO 2 — POURQUOI CE SUJET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584490"/>
            <a:ext cx="119169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 sujet au cœur du métier de développeur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63343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63343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890724"/>
            <a:ext cx="29939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Mise à jour constante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38114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Nouvelles versions majeures tous les 3-6 mois, changements de paradigme (Server Components, compilateurs, SSR/SSG)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63343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63343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8907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Marché de l'emploi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38114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67%, Laravel dominant en PHP, Next.js choix par défaut full-stack (Stack Overflow 2025)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63343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633430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890724"/>
            <a:ext cx="3328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Obsolescence technique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38114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Ignorer ces évolutions = risque majeur. Veille = rester opérationnel sur les technos les plus demandées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536472-680B-02D9-95F5-3105EF0A6368}"/>
              </a:ext>
            </a:extLst>
          </p:cNvPr>
          <p:cNvSpPr/>
          <p:nvPr/>
        </p:nvSpPr>
        <p:spPr>
          <a:xfrm>
            <a:off x="12828104" y="7779025"/>
            <a:ext cx="1789043" cy="43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19125"/>
            <a:ext cx="366926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DIAPO 3 — OUTILS UTILISÉS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06993" y="1006673"/>
            <a:ext cx="845784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Comment j'ai structuré ma veille ?</a:t>
            </a:r>
            <a:endParaRPr lang="en-US" sz="3950" dirty="0"/>
          </a:p>
        </p:txBody>
      </p:sp>
      <p:sp>
        <p:nvSpPr>
          <p:cNvPr id="4" name="Shape 2"/>
          <p:cNvSpPr/>
          <p:nvPr/>
        </p:nvSpPr>
        <p:spPr>
          <a:xfrm>
            <a:off x="561499" y="1907738"/>
            <a:ext cx="6652736" cy="5702618"/>
          </a:xfrm>
          <a:prstGeom prst="roundRect">
            <a:avLst>
              <a:gd name="adj" fmla="val 2551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763429" y="2087642"/>
            <a:ext cx="316099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Feedly — Agrégateur RSS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3429" y="247519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Sources :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3429" y="2970728"/>
            <a:ext cx="6248876" cy="251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laravel-news.com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react.dev/blog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nuxt.com/blog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nextjs.org/blog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dev.to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LogRocket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63429" y="566642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Fréquence 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3429" y="6161961"/>
            <a:ext cx="624887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2-3x par semaine + synthèse hebdomadaire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3429" y="664737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Utilisation :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3429" y="7142917"/>
            <a:ext cx="624887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 par pertinence, classement par framework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23785" y="1907738"/>
            <a:ext cx="6652736" cy="5702618"/>
          </a:xfrm>
          <a:prstGeom prst="roundRect">
            <a:avLst>
              <a:gd name="adj" fmla="val 2551"/>
            </a:avLst>
          </a:prstGeom>
          <a:solidFill>
            <a:srgbClr val="00B0F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5715" y="2087642"/>
            <a:ext cx="433709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Google Alerts — Alertes temps réel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5715" y="247519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Mots-clés :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25715" y="2970728"/>
            <a:ext cx="6248876" cy="251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"Laravel 12"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"React 19"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"Next.js release"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"Nuxt 4"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"Vue 3.6"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"CVE Next.js"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"React Server Components"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625715" y="566642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Fréquence :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25715" y="6161961"/>
            <a:ext cx="624887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alertes quotidiennes par email +  synthèse hebdomadaire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625715" y="664737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Utilisation :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25715" y="7142917"/>
            <a:ext cx="624887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détection releases et failles sécurité en temps réel</a:t>
            </a:r>
            <a:endParaRPr lang="en-US" sz="15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489C8-AFCF-2591-5770-18AFA2380212}"/>
              </a:ext>
            </a:extLst>
          </p:cNvPr>
          <p:cNvSpPr/>
          <p:nvPr/>
        </p:nvSpPr>
        <p:spPr>
          <a:xfrm>
            <a:off x="12828104" y="7779025"/>
            <a:ext cx="1789043" cy="43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736044"/>
            <a:ext cx="4562118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DIAPO 4 — LES 3 CYCLES DE VEILLE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06993" y="1123593"/>
            <a:ext cx="11169134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6 mois de veille, 3 cycles, une évolution claire</a:t>
            </a:r>
            <a:endParaRPr lang="en-US" sz="3950" dirty="0"/>
          </a:p>
        </p:txBody>
      </p:sp>
      <p:sp>
        <p:nvSpPr>
          <p:cNvPr id="4" name="Shape 2"/>
          <p:cNvSpPr/>
          <p:nvPr/>
        </p:nvSpPr>
        <p:spPr>
          <a:xfrm>
            <a:off x="7303770" y="2024658"/>
            <a:ext cx="22860" cy="5468779"/>
          </a:xfrm>
          <a:prstGeom prst="roundRect">
            <a:avLst>
              <a:gd name="adj" fmla="val 371163"/>
            </a:avLst>
          </a:prstGeom>
          <a:solidFill>
            <a:srgbClr val="E5BEB2"/>
          </a:solidFill>
          <a:ln/>
        </p:spPr>
      </p:sp>
      <p:sp>
        <p:nvSpPr>
          <p:cNvPr id="5" name="Shape 3"/>
          <p:cNvSpPr/>
          <p:nvPr/>
        </p:nvSpPr>
        <p:spPr>
          <a:xfrm>
            <a:off x="6732032" y="3252192"/>
            <a:ext cx="606028" cy="22860"/>
          </a:xfrm>
          <a:prstGeom prst="roundRect">
            <a:avLst>
              <a:gd name="adj" fmla="val 371163"/>
            </a:avLst>
          </a:prstGeom>
          <a:solidFill>
            <a:srgbClr val="E572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476" y="3187898"/>
            <a:ext cx="151448" cy="151448"/>
          </a:xfrm>
          <a:prstGeom prst="roundRect">
            <a:avLst>
              <a:gd name="adj" fmla="val 301886"/>
            </a:avLst>
          </a:prstGeom>
          <a:solidFill>
            <a:srgbClr val="FF8C00"/>
          </a:solidFill>
          <a:ln/>
        </p:spPr>
      </p:sp>
      <p:sp>
        <p:nvSpPr>
          <p:cNvPr id="7" name="Shape 5"/>
          <p:cNvSpPr/>
          <p:nvPr/>
        </p:nvSpPr>
        <p:spPr>
          <a:xfrm>
            <a:off x="706993" y="2024658"/>
            <a:ext cx="6002179" cy="2478048"/>
          </a:xfrm>
          <a:prstGeom prst="roundRect">
            <a:avLst>
              <a:gd name="adj" fmla="val 3424"/>
            </a:avLst>
          </a:prstGeom>
          <a:solidFill>
            <a:srgbClr val="FFD8CC"/>
          </a:solidFill>
          <a:ln w="7620">
            <a:solidFill>
              <a:srgbClr val="FF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9341" y="2234208"/>
            <a:ext cx="3200281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CYCLE 1 — Sept-Nov 2025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6543" y="2657713"/>
            <a:ext cx="5583079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Laravel Forge refonte complète :</a:t>
            </a: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provisionnement 10s, zéro-downtime, terminal SSH collaboratif, UI TypeScript + Inertia + Vue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6543" y="3682127"/>
            <a:ext cx="5583079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19 en production :</a:t>
            </a: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React Compiler réduit re-renders 25-40%, temps chargement -47% sur e-commerce réel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292340" y="4572714"/>
            <a:ext cx="606028" cy="22860"/>
          </a:xfrm>
          <a:prstGeom prst="roundRect">
            <a:avLst>
              <a:gd name="adj" fmla="val 371163"/>
            </a:avLst>
          </a:prstGeom>
          <a:solidFill>
            <a:srgbClr val="F5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476" y="4508421"/>
            <a:ext cx="151448" cy="151448"/>
          </a:xfrm>
          <a:prstGeom prst="roundRect">
            <a:avLst>
              <a:gd name="adj" fmla="val 301886"/>
            </a:avLst>
          </a:prstGeom>
          <a:solidFill>
            <a:srgbClr val="DC3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21228" y="3192423"/>
            <a:ext cx="6002179" cy="2783562"/>
          </a:xfrm>
          <a:prstGeom prst="roundRect">
            <a:avLst>
              <a:gd name="adj" fmla="val 3048"/>
            </a:avLst>
          </a:prstGeom>
          <a:solidFill>
            <a:srgbClr val="FFD8CC"/>
          </a:solidFill>
          <a:ln w="7620">
            <a:solidFill>
              <a:srgbClr val="DC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0778" y="3401973"/>
            <a:ext cx="376785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CYCLE 2 — Déc 2025-Fév 2026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130778" y="3825478"/>
            <a:ext cx="5583079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CVE-2025-55182 :</a:t>
            </a: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faille critique React Server Components, CVSS 10.0, 444k serveurs exposés, exploitation en temps réel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30778" y="4849892"/>
            <a:ext cx="5583079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Laravel AI SDK officiel :</a:t>
            </a: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intégration OpenAI/Anthropic/Gemini, persistence conversations, outils test natifs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732032" y="6090047"/>
            <a:ext cx="606028" cy="22860"/>
          </a:xfrm>
          <a:prstGeom prst="roundRect">
            <a:avLst>
              <a:gd name="adj" fmla="val 371163"/>
            </a:avLst>
          </a:prstGeom>
          <a:solidFill>
            <a:srgbClr val="41C05E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9476" y="6025753"/>
            <a:ext cx="151448" cy="151448"/>
          </a:xfrm>
          <a:prstGeom prst="roundRect">
            <a:avLst>
              <a:gd name="adj" fmla="val 301886"/>
            </a:avLst>
          </a:prstGeom>
          <a:solidFill>
            <a:srgbClr val="28A745"/>
          </a:solidFill>
          <a:ln/>
        </p:spPr>
      </p:sp>
      <p:sp>
        <p:nvSpPr>
          <p:cNvPr id="19" name="Shape 17"/>
          <p:cNvSpPr/>
          <p:nvPr/>
        </p:nvSpPr>
        <p:spPr>
          <a:xfrm>
            <a:off x="706993" y="4862512"/>
            <a:ext cx="6002179" cy="2478048"/>
          </a:xfrm>
          <a:prstGeom prst="roundRect">
            <a:avLst>
              <a:gd name="adj" fmla="val 3424"/>
            </a:avLst>
          </a:prstGeom>
          <a:solidFill>
            <a:srgbClr val="FFD8CC"/>
          </a:solidFill>
          <a:ln w="7620">
            <a:solidFill>
              <a:srgbClr val="28A7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8261" y="5072063"/>
            <a:ext cx="3271361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CYCLE 3 — Mars-Avr 2026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6543" y="5495568"/>
            <a:ext cx="5583079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Next.js 16.2 :</a:t>
            </a: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Turbopack par défaut, dev 400% plus rapide, build 2-5x plus rapide, intégration IA native avec AGENTS.md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6543" y="6519982"/>
            <a:ext cx="5583079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Nuxt 4.3 :</a:t>
            </a: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route rule layouts, cache ISR amélioré, annonce Nuxt 5 sur Nitro v3</a:t>
            </a:r>
            <a:endParaRPr lang="en-US" sz="15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19F95A-6AD4-E142-52BE-2827B7AA671F}"/>
              </a:ext>
            </a:extLst>
          </p:cNvPr>
          <p:cNvSpPr/>
          <p:nvPr/>
        </p:nvSpPr>
        <p:spPr>
          <a:xfrm>
            <a:off x="12828104" y="7779025"/>
            <a:ext cx="1789043" cy="43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890"/>
            <a:ext cx="49847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DIAPO 5 — CE QUE J'EN AI RETENU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469946"/>
            <a:ext cx="96913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Les apports concrets de cette veille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518886"/>
            <a:ext cx="6407944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2753320"/>
            <a:ext cx="34701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Convergence server-first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243739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Tous les frameworks convergent vers Server Components, Server Actions, SSR optimisé. Ce n'est plus une option, c'est la direction du web moderne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18886"/>
            <a:ext cx="6408063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27533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Sécurité = veille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3243739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CVE-2025-55182 montre qu'une nouvelle architecture populaire peut devenir vecteur d'attaque critique en quelques jours. Patch management = métier de dev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793694"/>
            <a:ext cx="6407944" cy="2410897"/>
          </a:xfrm>
          <a:prstGeom prst="roundRect">
            <a:avLst>
              <a:gd name="adj" fmla="val 39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224" y="5028128"/>
            <a:ext cx="3669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IA s'intègre dans les outils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8224" y="5518547"/>
            <a:ext cx="59390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Next.js 16.2 avec Agent DevTools et Laravel AI SDK montrent que les frameworks pensent à l'IA comme utilisateur de leurs outils, pas seulement comme feature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793694"/>
            <a:ext cx="6408063" cy="2410897"/>
          </a:xfrm>
          <a:prstGeom prst="roundRect">
            <a:avLst>
              <a:gd name="adj" fmla="val 39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982" y="50281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Méthode validée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5518547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Feedly (veille passive régulière) + Google Alerts (événements urgents) = combinaison efficace et reproductible pour n'importe quel sujet tech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790067-520A-8996-6D99-AE171C4817FE}"/>
              </a:ext>
            </a:extLst>
          </p:cNvPr>
          <p:cNvSpPr/>
          <p:nvPr/>
        </p:nvSpPr>
        <p:spPr>
          <a:xfrm>
            <a:off x="12828104" y="7779025"/>
            <a:ext cx="1789043" cy="437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5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12</cp:revision>
  <dcterms:created xsi:type="dcterms:W3CDTF">2026-04-15T11:43:39Z</dcterms:created>
  <dcterms:modified xsi:type="dcterms:W3CDTF">2026-04-15T11:45:51Z</dcterms:modified>
</cp:coreProperties>
</file>